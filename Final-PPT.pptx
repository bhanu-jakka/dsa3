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1" r:id="rId7"/>
    <p:sldId id="265" r:id="rId8"/>
    <p:sldId id="259" r:id="rId9"/>
    <p:sldId id="267" r:id="rId10"/>
    <p:sldId id="266" r:id="rId11"/>
    <p:sldId id="260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altLang="en-US" sz="4000" b="1" dirty="0">
                <a:solidFill>
                  <a:srgbClr val="C00000"/>
                </a:solidFill>
                <a:latin typeface="+mn-lt"/>
              </a:rPr>
              <a:t>A Dictionary-Based Fuzzy Search and Spell Correction Engine for Smart Shopping</a:t>
            </a:r>
            <a:endParaRPr lang="en-US" alt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IN" altLang="en-US" dirty="0">
                <a:solidFill>
                  <a:srgbClr val="0070C0"/>
                </a:solidFill>
              </a:rPr>
              <a:t>Jakka Bhanu   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IN" altLang="en-US" dirty="0">
                <a:solidFill>
                  <a:srgbClr val="0070C0"/>
                </a:solidFill>
              </a:rPr>
              <a:t>2520030006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IN" altLang="en-US" dirty="0">
                <a:solidFill>
                  <a:srgbClr val="0070C0"/>
                </a:solidFill>
                <a:sym typeface="+mn-ea"/>
              </a:rPr>
              <a:t>Anand Akshita</a:t>
            </a:r>
            <a:r>
              <a:rPr lang="en-US" dirty="0">
                <a:solidFill>
                  <a:srgbClr val="0070C0"/>
                </a:solidFill>
                <a:sym typeface="+mn-ea"/>
              </a:rPr>
              <a:t>: </a:t>
            </a:r>
            <a:r>
              <a:rPr lang="en-IN" altLang="en-US" dirty="0">
                <a:solidFill>
                  <a:srgbClr val="0070C0"/>
                </a:solidFill>
                <a:sym typeface="+mn-ea"/>
              </a:rPr>
              <a:t>2520030043</a:t>
            </a:r>
            <a:endParaRPr lang="en-US" dirty="0">
              <a:solidFill>
                <a:srgbClr val="0070C0"/>
              </a:solidFill>
              <a:sym typeface="+mn-ea"/>
            </a:endParaRPr>
          </a:p>
          <a:p>
            <a:r>
              <a:rPr lang="en-IN" altLang="en-US" dirty="0">
                <a:solidFill>
                  <a:srgbClr val="0070C0"/>
                </a:solidFill>
                <a:sym typeface="+mn-ea"/>
              </a:rPr>
              <a:t>Harini P          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: </a:t>
            </a:r>
            <a:r>
              <a:rPr lang="en-IN" altLang="en-US" dirty="0">
                <a:solidFill>
                  <a:srgbClr val="0070C0"/>
                </a:solidFill>
                <a:sym typeface="+mn-ea"/>
              </a:rPr>
              <a:t>2520030177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alt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S. Madhavi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  <a:endParaRPr lang="en-US" sz="3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55015" y="1233170"/>
            <a:ext cx="10741025" cy="526923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platforms rely heavily on search boxes to help customers find products, but customers frequently misspell item names while typing, causing traditional exact-match search systems to return no results. This project implements "A Dictionary-Based Fuzzy Search and Spell Correction Engine for Smart Shopping" — a console-based system that retrieves and corrects misspelled product searches in real time. The catalog is indexed using a Trie, and the Levenshtein Edit Distance algorithm (Dynamic Programming) identifies the closest matching product, displaying a "Did you mean...?" correction. Beyond spell correction, the system supports autocomplete, keyword and multi-keyword search, category browsing, price-range filtering, a Top-N item finder, a shopping cart, and a warehouse-fulfillment checker — together demonstrating Tries, Dynamic Programming, hashing, Binary Search, Heaps, and Network Flow working as one cohesive system.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75995" y="1096010"/>
            <a:ext cx="10450195" cy="529209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search is one of the most heavily used features on any shopping platform, directly influencing whether a customer finds a product or leaves empty-handed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Exact-match search — the simplest approach — fails the moment a query contains even one typing mistake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problem grows as catalogs expand across more categories and brands, since customers rarely remember exact spellings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search engine that tolerates and corrects such mistakes automatically, going beyond spell correction to support multiple realistic shopping search behaviors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entirely in Java as a menu-driven console application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4820" y="1281430"/>
            <a:ext cx="11367135" cy="500253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Exact string matching fails whenever a query doesn't match a stored string character-for-character, making it unsuitable for typo-prone input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 (Levenshtein, 1965) is the standard measure of similarity between strings, widely used in spell-checkers and sequence alignment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engines like Elasticsearch and Solr implement fuzzy search using Levenshtein-based matching at scale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Tries are the standard structure behind autocomplete in browsers, IDEs, and search bars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and Aho-Corasick are established algorithms for efficient substring and multi-keyword search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Network flow algorithms (Ford-Fulkerson, Edmonds-Karp) underpin resource-allocation problems like order fulfillment and logistics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these established techniques into a single, working shopping-search application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2605" y="1044575"/>
            <a:ext cx="11321415" cy="555688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exact-match product search fails whenever a customer misspells a product name, resulting in "no results found" and a poor shopping experience, especially as catalogs grow larger and more diverse.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Trie-based dictionary/catalog search engine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fuzzy search using Levenshtein Edit Distance to correct misspelled queries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autocomplete suggestions as the customer types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 keyword and multi-keyword search using Rabin-Karp and Aho-Corasick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Enable efficient price-range filtering using Binary Search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a Top-N cheapest/most expensive finder using a Heap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shopping cart and a warehouse-fulfillment check using Max-Flow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scales efficiently to a large product catalog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Flowchart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20" y="842645"/>
            <a:ext cx="11721465" cy="544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6595" y="1174115"/>
            <a:ext cx="11251565" cy="523430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Fully working, menu-driven Java console application with 13 features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Spell correction verified on single-word ("shooz" → shoes) and multi-word ("opa chrger" → oppo charger) typos, plus misspelled category names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Rabin-Karp, Aho-Corasick, Binary Search, and Heap-based search all return correct, efficient results without scanning the full catalog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Max-Flow correctly computes warehouse fulfillment for cart orders, including bottleneck cases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 optimized results validated against brute-force comparisons for correctness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Tested end-to-end against 2,175 products across 15 categories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94715" y="1014095"/>
            <a:ext cx="10669905" cy="565404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Any standard PC or laptop (Intel i3 / equivalent or higher)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100 MB free disk space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 / macOS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Java Development Kit (JDK) 11 or later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 / IDE: VS Code, IntelliJ IDEA, or Eclipse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libraries or database required — uses core Java only, plus a CSV data file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02310" y="1235710"/>
            <a:ext cx="10787380" cy="519303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just">
              <a:buFont typeface="Wingdings" panose="05000000000000000000" charset="0"/>
              <a:buChar char="v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that classic data structures and algorithms — Tries, Dynamic Programming, hashing, Binary Search, Heaps, and Network Flow — can be combined into one practical system that solves a real e-commerce problem: helping customers find what they meant to search for, even when they misspell it. Beyond spell correction, the system supports a complete set of shopping-search features, making it a functional, demonstrable prototype rather than a single-purpose algorithm exercise.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2905" y="859155"/>
            <a:ext cx="11543030" cy="582231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console application into a web-based or GUI interface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CSV catalog with a real database (SQL/NoSQL) for persistent, larger-scale storage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 phonetic matching (e.g., Soundex, Metaphone) to catch typos that sound similar but look very different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multilingual and regional-language product search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ranking based on customer purchase history or popularity, not just edit distance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Max-Flow warehouse model to real-time inventory and multiple delivery hubs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 user authentication and order history for a complete e-commerce experience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  <a:endParaRPr lang="en-US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5741</Words>
  <Application>WPS Presentation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Gautami</vt:lpstr>
      <vt:lpstr>Segoe UI Symbol</vt:lpstr>
      <vt:lpstr>Calibri</vt:lpstr>
      <vt:lpstr>Microsoft YaHei</vt:lpstr>
      <vt:lpstr>Arial Unicode MS</vt:lpstr>
      <vt:lpstr>Calibri Light</vt:lpstr>
      <vt:lpstr>Wingdings</vt:lpstr>
      <vt:lpstr>Arial</vt:lpstr>
      <vt:lpstr>Office Theme</vt:lpstr>
      <vt:lpstr>       Data Structures and Algorithms -3 (25CS2103E)  Title of the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WPS_1789000899</cp:lastModifiedBy>
  <cp:revision>21</cp:revision>
  <dcterms:created xsi:type="dcterms:W3CDTF">2024-08-29T05:25:00Z</dcterms:created>
  <dcterms:modified xsi:type="dcterms:W3CDTF">2026-09-30T01:31:29Z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8D51740393814D00B1A873E4C9377092_13</vt:lpwstr>
  </property>
  <property fmtid="{D5CDD505-2E9C-101B-9397-08002B2CF9AE}" pid="3" name="KSOProductBuildVer">
    <vt:lpwstr>1033-12.1.0.28485</vt:lpwstr>
  </property>
</Properties>
</file>